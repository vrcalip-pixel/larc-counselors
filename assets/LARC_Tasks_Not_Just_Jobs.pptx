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53929" autoAdjust="0"/>
  </p:normalViewPr>
  <p:slideViewPr>
    <p:cSldViewPr snapToGrid="0" snapToObjects="1">
      <p:cViewPr varScale="1">
        <p:scale>
          <a:sx n="47" d="100"/>
          <a:sy n="47" d="100"/>
        </p:scale>
        <p:origin x="1788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4989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1097280" cy="73152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BREAKOUT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Tasks,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i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Just Jobs.</a:t>
            </a:r>
            <a:endParaRPr lang="en-US" sz="880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Helping students thrive in an AI-shaped workforce.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5394960"/>
            <a:ext cx="54864" cy="822960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53949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Vincent Calip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 Professor  ·  Long Beach City College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972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past month,</a:t>
            </a:r>
            <a:endParaRPr lang="en-US" sz="4400" dirty="0"/>
          </a:p>
          <a:p>
            <a:pPr marL="0" indent="0">
              <a:buNone/>
            </a:pPr>
            <a:r>
              <a:rPr lang="en-US" sz="4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many of you have had a student ask if their career</a:t>
            </a:r>
            <a:endParaRPr lang="en-US" sz="4400" dirty="0"/>
          </a:p>
          <a:p>
            <a:pPr marL="0" indent="0">
              <a:buNone/>
            </a:pPr>
            <a:r>
              <a:rPr lang="en-US" sz="4400" b="1" i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will be replaced by AI?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40080" y="5669280"/>
            <a:ext cx="228600" cy="228600"/>
          </a:xfrm>
          <a:prstGeom prst="ellipse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that thought. We're going to learn a better question to ask back.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not jobs. </a:t>
            </a:r>
            <a:r>
              <a:rPr lang="en-US" sz="5400" b="1" i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tasks.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jobs aren't disappearing. They're being redesigned around new tasks — and that means new skills.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3611880" cy="274320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73152" cy="2743200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356616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39%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workers' core skills are expected to change by 2030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57150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WEF · Future of Jobs 2025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80560" y="3383280"/>
            <a:ext cx="3611880" cy="274320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80560" y="3383280"/>
            <a:ext cx="73152" cy="2743200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356616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4754880" y="48920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skills used in most jobs are projected to change by 2030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57150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· Work Change Report 2025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321040" y="3383280"/>
            <a:ext cx="3611880" cy="274320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21040" y="3383280"/>
            <a:ext cx="73152" cy="2743200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595360" y="356616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66%</a:t>
            </a:r>
            <a:endParaRPr lang="en-US" sz="7200" dirty="0"/>
          </a:p>
        </p:txBody>
      </p:sp>
      <p:sp>
        <p:nvSpPr>
          <p:cNvPr id="18" name="Text 16"/>
          <p:cNvSpPr/>
          <p:nvPr/>
        </p:nvSpPr>
        <p:spPr>
          <a:xfrm>
            <a:off x="8595360" y="48920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skill turnover in the most AI-exposed jobs vs. least exposed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95360" y="57150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PwC · AI Jobs Barometer 2025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job. Different tasks.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 assistant — a decade ago, and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5440680" cy="320040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31089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3611880"/>
            <a:ext cx="4892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charts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scheduling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tag with insurance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Hand-typed referral letters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63640" y="2834640"/>
            <a:ext cx="5440680" cy="32004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63640" y="2834640"/>
            <a:ext cx="73152" cy="3200400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29400" y="31089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29400" y="3611880"/>
            <a:ext cx="4892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charting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patient reminders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AI-drafted communications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decision support tools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human in the room with the patient. Different toolkit.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IN YOUR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look at your own work.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counselor — a few years ago, and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5440680" cy="320040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31089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3611880"/>
            <a:ext cx="4892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Hand-typed letters of recommendation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transcripts and student files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English-only family communication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at-risk student tracking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63640" y="2834640"/>
            <a:ext cx="5440680" cy="320040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63640" y="2834640"/>
            <a:ext cx="73152" cy="3200400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29400" y="31089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29400" y="3611880"/>
            <a:ext cx="4892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AI-drafted letter starters (you review and revise)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 digital records, AI summaries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translated messages and calls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AI-flagged caseload alerts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counselor in the room with the student. Different toolkit.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COUNSELOR TAKEAWAY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AAB7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“Will my career be replaced by AI?”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1097280" cy="54864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70332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“Which tasks in this career are changing,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which still need </a:t>
            </a:r>
            <a:r>
              <a:rPr lang="en-US" sz="3800" b="1" i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judgment</a:t>
            </a: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?”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STUDENTS NEED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skill stack that wins.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777240" cy="86868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417320" y="2194560"/>
            <a:ext cx="10104120" cy="86868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691640" y="21945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literacy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577840" y="219456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literacy. Output evaluation. Ethics in AI. Not coding.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172968"/>
            <a:ext cx="777240" cy="86868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3172968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417320" y="3172968"/>
            <a:ext cx="10104120" cy="86868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691640" y="317296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skills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577840" y="3172968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Communication. Judgment. Collaboration. Ethics. Empathy.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151376"/>
            <a:ext cx="777240" cy="86868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4151376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417320" y="4151376"/>
            <a:ext cx="10104120" cy="86868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691640" y="4151376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 knowledge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577840" y="4151376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field they want to enter — health, business, public service, the trades.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129784"/>
            <a:ext cx="777240" cy="86868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512978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417320" y="5129784"/>
            <a:ext cx="10104120" cy="86868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691640" y="5129784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of capability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577840" y="5129784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Projects. Certificates. Internships. Dual-enrollment artifacts.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5943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0" b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56%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640080" y="4846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wage premium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5257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workers with AI skills.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5669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PwC · Global AI Jobs Barometer, 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0" y="1371600"/>
            <a:ext cx="54864" cy="4114800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122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more signals from the labor market: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12280" y="182880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requirements are loosening faster in AI-exposed jobs.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Gen Z say soft skills are required for advancement.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 of high-AI-exposure roles still demand management skills.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evidence is moving up. Credential gates are moving down.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THE SESSION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students.</a:t>
            </a:r>
            <a:endParaRPr lang="en-US" sz="6400" dirty="0"/>
          </a:p>
          <a:p>
            <a:pPr marL="0" indent="0">
              <a:buNone/>
            </a:pPr>
            <a:r>
              <a:rPr lang="en-US" sz="6400" b="1" i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 you advise?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40080" y="4572000"/>
            <a:ext cx="3611880" cy="137160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B8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1737360" y="48463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5349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seconds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80560" y="4572000"/>
            <a:ext cx="3611880" cy="137160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B8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54880" y="475488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5577840" y="48463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Pair-share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577840" y="5349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321040" y="4572000"/>
            <a:ext cx="3611880" cy="137160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B8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595360" y="475488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9418320" y="48463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Debrief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418320" y="5349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840480" cy="484632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840480" cy="73152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280160" y="1783080"/>
            <a:ext cx="1463040" cy="1463040"/>
          </a:xfrm>
          <a:prstGeom prst="ellipse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80160" y="17830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4023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11  ·  Aspiring nurse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7548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11th grader. Wants to be a nurse.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18872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1000" dirty="0"/>
          </a:p>
        </p:txBody>
      </p:sp>
      <p:sp>
        <p:nvSpPr>
          <p:cNvPr id="11" name="Text 9"/>
          <p:cNvSpPr/>
          <p:nvPr/>
        </p:nvSpPr>
        <p:spPr>
          <a:xfrm>
            <a:off x="4846320" y="2011680"/>
            <a:ext cx="6675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want to be a nurse. I don't really need AI stuff — I just want to help people.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4846320" y="5440680"/>
            <a:ext cx="6675120" cy="7315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0" y="5440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advise this student?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840480" cy="484632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840480" cy="73152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280160" y="1783080"/>
            <a:ext cx="1463040" cy="1463040"/>
          </a:xfrm>
          <a:prstGeom prst="ellipse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80160" y="17830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Jaylen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4023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12  ·  Undecided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7548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Senior. Undecided.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18872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1000" dirty="0"/>
          </a:p>
        </p:txBody>
      </p:sp>
      <p:sp>
        <p:nvSpPr>
          <p:cNvPr id="11" name="Text 9"/>
          <p:cNvSpPr/>
          <p:nvPr/>
        </p:nvSpPr>
        <p:spPr>
          <a:xfrm>
            <a:off x="4846320" y="2011680"/>
            <a:ext cx="6675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the point of choosing a career? AI's going to replace it all anyway.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4846320" y="5440680"/>
            <a:ext cx="6675120" cy="7315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0" y="5440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advise this student?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840480" cy="484632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840480" cy="73152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280160" y="1783080"/>
            <a:ext cx="1463040" cy="1463040"/>
          </a:xfrm>
          <a:prstGeom prst="ellipse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80160" y="17830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Priya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4023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12  ·  Tech-curious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7548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Senior. Loves tech, anxious about coding.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18872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1000" dirty="0"/>
          </a:p>
        </p:txBody>
      </p:sp>
      <p:sp>
        <p:nvSpPr>
          <p:cNvPr id="11" name="Text 9"/>
          <p:cNvSpPr/>
          <p:nvPr/>
        </p:nvSpPr>
        <p:spPr>
          <a:xfrm>
            <a:off x="4846320" y="2011680"/>
            <a:ext cx="6675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love technology, but I'm not a programmer. I think I'm out of the AI conversation.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4846320" y="5440680"/>
            <a:ext cx="6675120" cy="73152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0" y="5440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advise this student?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COUNSELOR'S TOOLKIT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questions for any advising conversation.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548640" cy="12344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548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188720" y="2240280"/>
            <a:ext cx="4983480" cy="123444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17320" y="224028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might AI show up in the career field you're considering?"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55080" y="2240280"/>
            <a:ext cx="548640" cy="12344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55080" y="2240280"/>
            <a:ext cx="548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903720" y="2240280"/>
            <a:ext cx="4983480" cy="123444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32320" y="224028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tasks in that work might be supported by AI? Which still need human judgment?"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548640" cy="12344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611880"/>
            <a:ext cx="548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88720" y="3611880"/>
            <a:ext cx="4983480" cy="123444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417320" y="361188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human skills will still matter — communication, ethics, judgment, creativity?"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55080" y="3611880"/>
            <a:ext cx="548640" cy="12344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55080" y="3611880"/>
            <a:ext cx="548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903720" y="3611880"/>
            <a:ext cx="4983480" cy="123444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132320" y="361188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"What's one piece of evidence — a project, certificate, or course — you could build this year?"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4983480"/>
            <a:ext cx="548640" cy="12344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4983480"/>
            <a:ext cx="548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188720" y="4983480"/>
            <a:ext cx="4983480" cy="123444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417320" y="498348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"What's one dual-enrollment, CTE, or college course that could move you forward right now?"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355080" y="4983480"/>
            <a:ext cx="548640" cy="123444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55080" y="4983480"/>
            <a:ext cx="548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903720" y="4983480"/>
            <a:ext cx="4983480" cy="123444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132320" y="498348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can you use AI responsibly while still doing your own thinking?"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ANCHORS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send students next.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532120" cy="3840480"/>
          </a:xfrm>
          <a:prstGeom prst="rect">
            <a:avLst/>
          </a:prstGeom>
          <a:solidFill>
            <a:srgbClr val="FA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73152" cy="3840480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25603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PATHWAY TYPES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306324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every counselor should know.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3566160"/>
            <a:ext cx="4983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enrollment + CCAP partnerships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Promise programs (varies by district)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Workforce CTE pathways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Industry-aligned certificates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Internships and work-based learning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2286000"/>
            <a:ext cx="5532120" cy="3840480"/>
          </a:xfrm>
          <a:prstGeom prst="rect">
            <a:avLst/>
          </a:prstGeom>
          <a:solidFill>
            <a:srgbClr val="0033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720840" y="25603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DATA SHOWS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720840" y="306324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8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outcomes that hold up.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20840" y="3566160"/>
            <a:ext cx="4983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165,000 California dual enrollees; LA/OC = 29% of state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Workforce: 74% job placement, 47% living wage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2.2M students across the CCC system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BLS: data scientists +34%, cybersecurity +29% (2024–34)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LEAVE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thing.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8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advising question. One phrase. One resource. Try it with a student in the next two weeks.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291840"/>
            <a:ext cx="1371600" cy="73152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don't need to fear AI.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need a counselor who helps them see the tasks,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skills, and earn the evidence.</a:t>
            </a:r>
            <a:endParaRPr lang="en-US" sz="2800" dirty="0"/>
          </a:p>
          <a:p>
            <a:pPr marL="0" indent="0">
              <a:buNone/>
            </a:pPr>
            <a:r>
              <a:rPr lang="en-US" sz="2800" b="1" i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That's you.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6126480"/>
            <a:ext cx="10972800" cy="36576"/>
          </a:xfrm>
          <a:prstGeom prst="rect">
            <a:avLst/>
          </a:prstGeom>
          <a:solidFill>
            <a:srgbClr val="FFB81C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Vincent Calip  ·  vcalip@lbcc.edu  ·  Long Beach City College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 JUST JOBS  ·  LARC K–16 COUNSELOR SUMMIT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this with you.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questions to keep, my contact info, and the QR for the rest.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371600" y="269748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AI show up in this field?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120640" cy="10973"/>
          </a:xfrm>
          <a:prstGeom prst="rect">
            <a:avLst/>
          </a:prstGeom>
          <a:solidFill>
            <a:srgbClr val="FFB81C">
              <a:alpha val="3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326440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71600" y="3264408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tasks shift? Which need human judgment?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813048"/>
            <a:ext cx="5120640" cy="10973"/>
          </a:xfrm>
          <a:prstGeom prst="rect">
            <a:avLst/>
          </a:prstGeom>
          <a:solidFill>
            <a:srgbClr val="FFB81C">
              <a:alpha val="3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383133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371600" y="3831336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human skills still matter most?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379976"/>
            <a:ext cx="5120640" cy="10973"/>
          </a:xfrm>
          <a:prstGeom prst="rect">
            <a:avLst/>
          </a:prstGeom>
          <a:solidFill>
            <a:srgbClr val="FFB81C">
              <a:alpha val="3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439826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371600" y="4398264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evidence can you build this year?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946904"/>
            <a:ext cx="5120640" cy="10973"/>
          </a:xfrm>
          <a:prstGeom prst="rect">
            <a:avLst/>
          </a:prstGeom>
          <a:solidFill>
            <a:srgbClr val="FFB81C">
              <a:alpha val="3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496519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371600" y="4965192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pathway moves you forward now?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513832"/>
            <a:ext cx="5120640" cy="10973"/>
          </a:xfrm>
          <a:prstGeom prst="rect">
            <a:avLst/>
          </a:prstGeom>
          <a:solidFill>
            <a:srgbClr val="FFB81C">
              <a:alpha val="3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553212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B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371600" y="553212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will you use AI responsibly?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126480" y="4846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digital toolkit + slides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412480" y="2743200"/>
            <a:ext cx="73152" cy="2468880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613648" y="28346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Vincent Calip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8613648" y="35204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 Professor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613648" y="3822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Beach City College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613648" y="4343400"/>
            <a:ext cx="548640" cy="22860"/>
          </a:xfrm>
          <a:prstGeom prst="rect">
            <a:avLst/>
          </a:prstGeom>
          <a:solidFill>
            <a:srgbClr val="FFB8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13648" y="44988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vcalip@lbcc.edu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LARC K–16 Counselor Summit  ·  Vincent Calip, LBCC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240A9A4-E1EE-64D9-84A8-43F93658C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688" y="2916988"/>
            <a:ext cx="1785263" cy="18104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1216</Words>
  <Application>Microsoft Office PowerPoint</Application>
  <PresentationFormat>Widescreen</PresentationFormat>
  <Paragraphs>218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Long Beach City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Tasks, Not Just Jobs</dc:title>
  <dc:subject>LARC K-16 Counselor Summit</dc:subject>
  <dc:creator>Vincent Calip</dc:creator>
  <cp:lastModifiedBy>Vincent Calip</cp:lastModifiedBy>
  <cp:revision>4</cp:revision>
  <dcterms:created xsi:type="dcterms:W3CDTF">2026-05-03T04:09:59Z</dcterms:created>
  <dcterms:modified xsi:type="dcterms:W3CDTF">2026-05-03T19:13:54Z</dcterms:modified>
</cp:coreProperties>
</file>